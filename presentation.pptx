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Roboto Mono Medium" panose="00000009000000000000" pitchFamily="34" charset="0"/>
      <p:regular r:id="rId17"/>
    </p:embeddedFont>
    <p:embeddedFont>
      <p:font typeface="Roboto Mono Medium" panose="00000009000000000000" pitchFamily="34" charset="-122"/>
      <p:regular r:id="rId18"/>
    </p:embeddedFont>
    <p:embeddedFont>
      <p:font typeface="Roboto Mono Medium" panose="00000009000000000000" pitchFamily="34" charset="-120"/>
      <p:regular r:id="rId19"/>
    </p:embeddedFont>
    <p:embeddedFont>
      <p:font typeface="Roboto" panose="02000000000000000000" pitchFamily="34" charset="0"/>
      <p:regular r:id="rId20"/>
    </p:embeddedFont>
    <p:embeddedFont>
      <p:font typeface="Roboto" panose="02000000000000000000" pitchFamily="34" charset="-122"/>
      <p:regular r:id="rId21"/>
    </p:embeddedFont>
    <p:embeddedFont>
      <p:font typeface="Roboto" panose="02000000000000000000" pitchFamily="34" charset="-120"/>
      <p:regular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  <p:bold r:id="rId28"/>
      <p:italic r:id="rId29"/>
      <p:boldItalic r:id="rId30"/>
    </p:embeddedFont>
    <p:embeddedFont>
      <p:font typeface="Consolas" panose="020B0609020204030204" pitchFamily="34" charset="-120"/>
      <p:regular r:id="rId31"/>
      <p:bold r:id="rId32"/>
      <p:italic r:id="rId33"/>
      <p:boldItalic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9245"/>
            <a:ext cx="4710261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log analyzer project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5749"/>
            <a:ext cx="8608963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automated log monitoring and analysis using python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2171402"/>
            <a:ext cx="1176561" cy="266402"/>
          </a:xfrm>
          <a:prstGeom prst="roundRect">
            <a:avLst>
              <a:gd name="adj" fmla="val 6386"/>
            </a:avLst>
          </a:prstGeom>
          <a:solidFill>
            <a:srgbClr val="3D4D00"/>
          </a:solidFill>
        </p:spPr>
      </p:sp>
      <p:sp>
        <p:nvSpPr>
          <p:cNvPr id="5" name="Text 3"/>
          <p:cNvSpPr/>
          <p:nvPr/>
        </p:nvSpPr>
        <p:spPr>
          <a:xfrm>
            <a:off x="581174" y="2213893"/>
            <a:ext cx="1463650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SE-2524 STUDENTS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43521" y="2166640"/>
            <a:ext cx="138938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DCF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33339" y="2213893"/>
            <a:ext cx="1666949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CFF5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ASTANA IT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2602037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team: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988320"/>
            <a:ext cx="815176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kadashov alikhan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kaiyr abilmansur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bogdat batyrkhan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konakbay yerassyl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45159"/>
            <a:ext cx="3518892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problem &amp;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5781" y="2453878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problem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5781" y="2817093"/>
            <a:ext cx="3823618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system logs are large. tracking events manually is slow, error prone, and hard to scale.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453878"/>
            <a:ext cx="22292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solution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817093"/>
            <a:ext cx="390294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 automated python tool to parse logs, validate data, filter events, and generate statistics for fast incident discovery.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803"/>
            <a:ext cx="3348856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421681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modular program design — clear separation of concerns, easy to test and extend.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07964"/>
            <a:ext cx="8151763" cy="2551658"/>
          </a:xfrm>
          <a:prstGeom prst="roundRect">
            <a:avLst>
              <a:gd name="adj" fmla="val 833"/>
            </a:avLst>
          </a:prstGeom>
          <a:solidFill>
            <a:srgbClr val="2E2E2E"/>
          </a:solidFill>
        </p:spPr>
      </p:sp>
      <p:sp>
        <p:nvSpPr>
          <p:cNvPr id="5" name="Shape 3"/>
          <p:cNvSpPr/>
          <p:nvPr/>
        </p:nvSpPr>
        <p:spPr>
          <a:xfrm>
            <a:off x="489049" y="1807964"/>
            <a:ext cx="8165902" cy="2551658"/>
          </a:xfrm>
          <a:prstGeom prst="roundRect">
            <a:avLst>
              <a:gd name="adj" fmla="val 833"/>
            </a:avLst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666229" y="1949723"/>
            <a:ext cx="7811542" cy="22681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project/
├── main.py
├── log_parser.py
├── filters.py
├── analyzer.py
├── models.py
├── utils.py
├── tests.py
└── logs.txt
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0396"/>
            <a:ext cx="3689003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data modeling (oop)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308274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represent each log entry as an object with explicit attributes and behavior for readable, testable code.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94557"/>
            <a:ext cx="8151763" cy="2778472"/>
          </a:xfrm>
          <a:prstGeom prst="roundRect">
            <a:avLst>
              <a:gd name="adj" fmla="val 765"/>
            </a:avLst>
          </a:prstGeom>
          <a:solidFill>
            <a:srgbClr val="2E2E2E"/>
          </a:solidFill>
        </p:spPr>
      </p:sp>
      <p:sp>
        <p:nvSpPr>
          <p:cNvPr id="5" name="Shape 3"/>
          <p:cNvSpPr/>
          <p:nvPr/>
        </p:nvSpPr>
        <p:spPr>
          <a:xfrm>
            <a:off x="489049" y="1694557"/>
            <a:ext cx="8165902" cy="2778472"/>
          </a:xfrm>
          <a:prstGeom prst="roundRect">
            <a:avLst>
              <a:gd name="adj" fmla="val 765"/>
            </a:avLst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666229" y="1836316"/>
            <a:ext cx="7811542" cy="24949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Log:
 def __init__(self, date, level, message):
 self.date = date
 self.level = level
 self.message = message
 def show(self):
 print(self.date)
 print(self.level)
 print(self.message)
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803"/>
            <a:ext cx="4369371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file handling &amp; parsing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421681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stream file lines, normalize text, and split into fields using lightweight string operations.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07964"/>
            <a:ext cx="8151763" cy="2551658"/>
          </a:xfrm>
          <a:prstGeom prst="roundRect">
            <a:avLst>
              <a:gd name="adj" fmla="val 833"/>
            </a:avLst>
          </a:prstGeom>
          <a:solidFill>
            <a:srgbClr val="2E2E2E"/>
          </a:solidFill>
        </p:spPr>
      </p:sp>
      <p:sp>
        <p:nvSpPr>
          <p:cNvPr id="5" name="Shape 3"/>
          <p:cNvSpPr/>
          <p:nvPr/>
        </p:nvSpPr>
        <p:spPr>
          <a:xfrm>
            <a:off x="489049" y="1807964"/>
            <a:ext cx="8165902" cy="2551658"/>
          </a:xfrm>
          <a:prstGeom prst="roundRect">
            <a:avLst>
              <a:gd name="adj" fmla="val 833"/>
            </a:avLst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666229" y="1949723"/>
            <a:ext cx="7811542" cy="22681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2E2E2E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parse_logs(filename):
 logs = []
 file = open(filename, "r")
 for line in file:
 line = line.strip()
 if line == "":
 continue
 parts = line.split(" ")
 # map parts -&gt; Log(...) and append to logs
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4024"/>
            <a:ext cx="3292525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log filtering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61902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 clear conditional logic to extract subsets (errors, warnings, keyword matches) for focused analysis.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48185"/>
            <a:ext cx="8151763" cy="1871216"/>
          </a:xfrm>
          <a:prstGeom prst="roundRect">
            <a:avLst>
              <a:gd name="adj" fmla="val 1136"/>
            </a:avLst>
          </a:prstGeom>
          <a:solidFill>
            <a:srgbClr val="2E2E2E"/>
          </a:solidFill>
        </p:spPr>
      </p:sp>
      <p:sp>
        <p:nvSpPr>
          <p:cNvPr id="5" name="Shape 3"/>
          <p:cNvSpPr/>
          <p:nvPr/>
        </p:nvSpPr>
        <p:spPr>
          <a:xfrm>
            <a:off x="489049" y="2148185"/>
            <a:ext cx="8165902" cy="1871216"/>
          </a:xfrm>
          <a:prstGeom prst="roundRect">
            <a:avLst>
              <a:gd name="adj" fmla="val 1136"/>
            </a:avLst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666229" y="2289944"/>
            <a:ext cx="7811542" cy="1587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filter_errors(logs):
 filtered_logs = []
 for log in logs:
 if log.level == "ERROR":
 filtered_logs.append(log)
 return filtered_logs
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7210"/>
            <a:ext cx="4369371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metrics &amp; data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35088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aggregate counts per level using dictionaries; extendable to time buckets and tag-based metrics.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21371"/>
            <a:ext cx="8151763" cy="2324844"/>
          </a:xfrm>
          <a:prstGeom prst="roundRect">
            <a:avLst>
              <a:gd name="adj" fmla="val 915"/>
            </a:avLst>
          </a:prstGeom>
          <a:solidFill>
            <a:srgbClr val="2E2E2E"/>
          </a:solidFill>
        </p:spPr>
      </p:sp>
      <p:sp>
        <p:nvSpPr>
          <p:cNvPr id="5" name="Shape 3"/>
          <p:cNvSpPr/>
          <p:nvPr/>
        </p:nvSpPr>
        <p:spPr>
          <a:xfrm>
            <a:off x="489049" y="1921371"/>
            <a:ext cx="8165902" cy="2324844"/>
          </a:xfrm>
          <a:prstGeom prst="roundRect">
            <a:avLst>
              <a:gd name="adj" fmla="val 915"/>
            </a:avLst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666229" y="2063130"/>
            <a:ext cx="7811542" cy="20413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count_by_level(logs):
 level_counts = {}
 for log in logs:
 if log.level in level_counts:
 level_counts[log.level] = level_counts[log.level] + 1
 else:
 level_counts[log.level] = 1
 return level_counts
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0617"/>
            <a:ext cx="4199260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verification &amp; testing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648495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automated tests validate parser output and basic invariants. include positive and negative cases.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34778"/>
            <a:ext cx="8151763" cy="2098030"/>
          </a:xfrm>
          <a:prstGeom prst="roundRect">
            <a:avLst>
              <a:gd name="adj" fmla="val 1014"/>
            </a:avLst>
          </a:prstGeom>
          <a:solidFill>
            <a:srgbClr val="2E2E2E"/>
          </a:solidFill>
        </p:spPr>
      </p:sp>
      <p:sp>
        <p:nvSpPr>
          <p:cNvPr id="5" name="Shape 3"/>
          <p:cNvSpPr/>
          <p:nvPr/>
        </p:nvSpPr>
        <p:spPr>
          <a:xfrm>
            <a:off x="489049" y="2034778"/>
            <a:ext cx="8165902" cy="2098030"/>
          </a:xfrm>
          <a:prstGeom prst="roundRect">
            <a:avLst>
              <a:gd name="adj" fmla="val 1014"/>
            </a:avLst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666229" y="2176537"/>
            <a:ext cx="7811542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test_parser():
 print_title("PARSER TEST")
 logs = parse_logs("logs.txt")
 if len(logs) &gt; 0:
 print("parser test passed")
 else:
 print("parser test failed")
</a:t>
            </a:r>
            <a:endParaRPr lang="en-US" sz="11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1971"/>
            <a:ext cx="3518892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team collaboration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879848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work performed via independent github branches to isolate tasks and enable code review.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66131"/>
            <a:ext cx="8151763" cy="1635323"/>
          </a:xfrm>
          <a:prstGeom prst="roundRect">
            <a:avLst>
              <a:gd name="adj" fmla="val 130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27089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42714" y="2360712"/>
            <a:ext cx="285817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 command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1964" y="2360712"/>
            <a:ext cx="562659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67734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42714" y="2767161"/>
            <a:ext cx="285817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 branch / git checkout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1964" y="2767161"/>
            <a:ext cx="562659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create and switch to isolated task branches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308379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42714" y="3173611"/>
            <a:ext cx="285817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 add / git commit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1964" y="3173611"/>
            <a:ext cx="562659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save staged changes locally with descriptive messages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349024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42714" y="3580061"/>
            <a:ext cx="285817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1964" y="3580061"/>
            <a:ext cx="5626596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upload local branch commits to the remote github repository</a:t>
            </a:r>
            <a:endParaRPr lang="en-US" sz="11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970"/>
            <a:ext cx="4709592" cy="3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future scope &amp; 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971154"/>
            <a:ext cx="70842" cy="70842"/>
          </a:xfrm>
          <a:prstGeom prst="roundRect">
            <a:avLst>
              <a:gd name="adj" fmla="val 403362"/>
            </a:avLst>
          </a:prstGeom>
          <a:solidFill>
            <a:srgbClr val="DCFF50"/>
          </a:solidFill>
        </p:spPr>
      </p:sp>
      <p:sp>
        <p:nvSpPr>
          <p:cNvPr id="4" name="Text 2"/>
          <p:cNvSpPr/>
          <p:nvPr/>
        </p:nvSpPr>
        <p:spPr>
          <a:xfrm>
            <a:off x="708720" y="189584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roadmap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8720" y="2202359"/>
            <a:ext cx="377465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graphical user interface implementation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 time system log monitoring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database storage and advanced query support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export comprehensive statistical reports to csv format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0553" y="1971154"/>
            <a:ext cx="70842" cy="70842"/>
          </a:xfrm>
          <a:prstGeom prst="roundRect">
            <a:avLst>
              <a:gd name="adj" fmla="val 403362"/>
            </a:avLst>
          </a:prstGeom>
          <a:solidFill>
            <a:srgbClr val="DCFF50"/>
          </a:solidFill>
        </p:spPr>
      </p:sp>
      <p:sp>
        <p:nvSpPr>
          <p:cNvPr id="7" name="Text 5"/>
          <p:cNvSpPr/>
          <p:nvPr/>
        </p:nvSpPr>
        <p:spPr>
          <a:xfrm>
            <a:off x="4873154" y="1895847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anose="00000009000000000000" pitchFamily="34" charset="0"/>
                <a:ea typeface="Roboto Mono Medium" panose="00000009000000000000" pitchFamily="34" charset="-122"/>
                <a:cs typeface="Roboto Mono Medium" panose="00000009000000000000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73154" y="2202359"/>
            <a:ext cx="3774728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prioritize realtime pipeline, add persistence layer, and integrate CI tests for parser and filters.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453185"/>
            <a:ext cx="8151763" cy="10567"/>
          </a:xfrm>
          <a:prstGeom prst="rect">
            <a:avLst/>
          </a:prstGeom>
          <a:solidFill>
            <a:srgbClr val="E5E0DF">
              <a:alpha val="5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267519" y="3658642"/>
            <a:ext cx="83803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7853680" y="4738370"/>
            <a:ext cx="1250950" cy="371475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1388110" y="3778885"/>
            <a:ext cx="6043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</a:rPr>
              <a:t>https://github.com/wwsoda-mans/log-analyzer-project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2822</Words>
  <Application>WPS Presentation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Roboto Mono Medium</vt:lpstr>
      <vt:lpstr>Roboto Mono Medium</vt:lpstr>
      <vt:lpstr>Roboto Mono Medium</vt:lpstr>
      <vt:lpstr>Roboto</vt:lpstr>
      <vt:lpstr>Roboto</vt:lpstr>
      <vt:lpstr>Roboto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Батырхан Богдат</cp:lastModifiedBy>
  <cp:revision>3</cp:revision>
  <dcterms:created xsi:type="dcterms:W3CDTF">2026-05-25T14:30:00Z</dcterms:created>
  <dcterms:modified xsi:type="dcterms:W3CDTF">2026-05-26T05:20:36Z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175044AA60CC48E2BF29898C5A82D3F9_12</vt:lpwstr>
  </property>
</Properties>
</file>